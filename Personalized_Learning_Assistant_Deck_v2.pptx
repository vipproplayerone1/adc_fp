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291840" cy="68580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0"/>
            <a:ext cx="1280160" cy="68580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 ·  ADC FINAL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Learning Assistant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study tool for course PDFs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54864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120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Bui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phong.bui@parcelperform.com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the materials. What they lack is a way to interrogate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4572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PDFs pile up across lectures, chapters, and notes.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finds terms but cannot explain or summarize.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LLMs answer confidently but may hallucinate or skip the actual course material.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self-testing tied to what was uploaded.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0020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7680960" y="16916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modes in one tool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grounded in PDFs · summary of any topic · MCQ practice with answer keys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03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RAG?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434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student's actual material before generating an answer.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citations — every answer ties back to a file and page.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answer when the uploaded documents do not contain 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 → ask, summarize, or quiz yourself. Every answer cites the source.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444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Answering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289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top-k chunks from the vector DB and answers grounded in them. Returns file name + page references.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49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8640" y="1554480"/>
            <a:ext cx="3444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8640" y="1554480"/>
            <a:ext cx="73152" cy="4572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29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32960" y="22860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2960" y="2926080"/>
            <a:ext cx="289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relevant chunks for a topic or chapter and produces a structured study summary.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32960" y="5349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2960" y="5349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/summary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68640" y="1554480"/>
            <a:ext cx="3444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68640" y="1554480"/>
            <a:ext cx="73152" cy="4572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29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442960" y="22860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Generation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42960" y="2926080"/>
            <a:ext cx="289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A–D multiple-choice items with answer key, explanation, and source citation per question.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42960" y="5349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42960" y="5349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/mcq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3 Requirement Coverage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rubric anchor is wired into a concrete component.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12648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this project meets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any uploaded document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ingestion — no subject or filename is hardcoded.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+ natural-language query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upload + chat interface.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ingestion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→ clean → chunk (800/150) → embed → index.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 with Transformer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retrieval feeds a GPT-family / Mistral / T5 model.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Q&amp;A with 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cite file_name and page_number per chunk.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MCQ 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output: choices A–D, correct answer, explanation, source.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backend + Streamlit 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/upload, /chat, /summary, /mcq endpoints with thin routes.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Rigorous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Precision@K, Recall@K, MRR, Hit@K, ROUGE, BLEU, MCQ rubric.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API routes call pure service modules; metadata flows end-to-end.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 ·  Streamlit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panel · Chat · Summary · MCQ quiz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50008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 ·  FastAPI + Pydantic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6883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  ·  /chat  ·  /summary  ·  /mcq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45536"/>
            <a:ext cx="731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91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 ·  Pure Python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48386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pdf_loader · text_chunker · embedding · retrieval · rag · mcq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41064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2793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(same model for index + query)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36592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82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  ·  ChromaDB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 search; chunks carry file_name, page_number, chunk_id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7680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32120"/>
            <a:ext cx="731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 ·  GPT / Mistral / T5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— refuses when context insufficient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03920" y="1554480"/>
            <a:ext cx="3108960" cy="48463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32520" y="2194560"/>
            <a:ext cx="2697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Summary / MCQ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file_name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page_number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chunk_id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mandatory on every chunk.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 Workflow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runs once per upload; retrieval-and-generation runs on every query.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 (once per upload)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2476" y="201168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2476" y="201168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9636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59636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23260" y="238201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8708" y="201168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8708" y="201168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5868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15868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9492" y="238201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4940" y="201168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4940" y="201168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2100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72100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800 / 150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35724" y="238201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1172" y="201168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1172" y="201168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8332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28332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91956" y="238201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47404" y="201168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47404" y="201168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84564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84564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 Chroma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 (every user request)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522476" y="374904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476" y="3749040"/>
            <a:ext cx="73152" cy="8686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59636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59636" y="40050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23260" y="411937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78708" y="374904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78708" y="3749040"/>
            <a:ext cx="73152" cy="8686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5868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15868" y="40050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79492" y="411937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4940" y="374904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4940" y="3749040"/>
            <a:ext cx="73152" cy="8686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2100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72100" y="40050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935724" y="411937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1172" y="374904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91172" y="3749040"/>
            <a:ext cx="73152" cy="8686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8332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8332" y="40050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791956" y="4119372"/>
            <a:ext cx="146304" cy="128016"/>
          </a:xfrm>
          <a:prstGeom prst="rightArrow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47404" y="3749040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47404" y="3749040"/>
            <a:ext cx="73152" cy="8686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84564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84564" y="40050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+ cite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SETTINGS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800</a:t>
            </a:r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 = 150</a:t>
            </a:r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 = 5</a:t>
            </a:r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all-MiniLM-L6-v2 for index + query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well-documented building blocks — nothing exotic.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14600"/>
            <a:ext cx="2987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FastAPI  ·  Uvicorn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/ pydantic-settings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pypdf (PDF extract)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 (RAG orchestration)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8640" y="1645920"/>
            <a:ext cx="73152" cy="4480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1783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Core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32960" y="22860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2960" y="2514600"/>
            <a:ext cx="2987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(default) or FAISS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 ·  optional local Mistral/T5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in app/prompts/*.txt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6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8640" y="1645920"/>
            <a:ext cx="73152" cy="44805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2960" y="17830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Eval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42960" y="2286000"/>
            <a:ext cx="914400" cy="0"/>
          </a:xfrm>
          <a:prstGeom prst="line">
            <a:avLst/>
          </a:prstGeom>
          <a:noFill/>
          <a:ln w="25400">
            <a:solidFill>
              <a:srgbClr val="E07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2960" y="2514600"/>
            <a:ext cx="2987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(upload, chat, MCQ panels)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→ FastAPI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rouge-score  ·  sacrebleu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 suite per service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Q&amp;A with Sources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cite. An answer without a source is treated as a bug.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69494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is gradient descent?”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6492240" cy="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ANSWER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an optimization algorithm used to minimize a loss function by iteratively updating model parameters in the direction of the negative gradient.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Lecture_03_Optimization.pdf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page 12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Lecture_03_Optimization.pdf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page 14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600200"/>
            <a:ext cx="3840480" cy="46634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214884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when context is insufficient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“I could not find enough information in the uploaded documents.”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 for index + query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models silently destroy recall.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mandatory on every chunk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file_name · page_number · chunk_id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Summary Mode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retrieval path — different prompt template optimized for synthesis.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0292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73152" cy="4663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requests a summary of a topic, chapter, or PDF.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Retriever pulls top-k (default 8) related chunks.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Summary prompt enforces overview → key concepts → simple language → citations.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LLM may not invent content beyond retrieved context.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00200"/>
            <a:ext cx="58521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“Summarize the lecture on logistic regression.”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542032"/>
            <a:ext cx="5394960" cy="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6517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 supervised classification algorithm. It models the probability of a class using the sigmoid function applied to a linear combination of features. Training minimizes binary cross-entropy via gradient-based optimization. Decision boundary is linear in feature space; non-linear behavior comes from feature engineering or kernels.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5349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</a:t>
            </a:r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Lecture_04_Logistic_Regression.pdf · page 2,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MCQ Generation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JSON-structured output — question, options, key, explanation, source — ready for a quiz UI.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680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73152" cy="4663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  ·  topic: gradient descent  ·  difficulty: medium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main purpose of gradient descent?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6974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increase the loss function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200400"/>
            <a:ext cx="365760" cy="365760"/>
          </a:xfrm>
          <a:prstGeom prst="ellipse">
            <a:avLst/>
          </a:prstGeom>
          <a:solidFill>
            <a:srgbClr val="2C7A57"/>
          </a:solidFill>
          <a:ln w="12700">
            <a:solidFill>
              <a:srgbClr val="2C7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minimize the loss function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703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randomly initialize weights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2062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remove outliers from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 </a:t>
            </a:r>
            <a:pPr indent="0" marL="0"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updates parameters in the direction that reduces the loss.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349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Lecture_03_Gradient_Descent.pdf · page 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0" y="1600200"/>
            <a:ext cx="3200400" cy="46634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410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410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definitions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41080" y="3108960"/>
            <a:ext cx="27432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410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application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41080" y="4434840"/>
            <a:ext cx="27432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410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Plan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first, then generation. Metrics map directly to Track 3 rubric.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721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1717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19072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Quality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486918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· Recall@K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· Hit Rate@K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 size, overlap, top-k on validation split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1554480"/>
            <a:ext cx="53721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554480"/>
            <a:ext cx="73152" cy="21717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0" y="1719072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Quality (Q&amp;A + Summary)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5100" y="2240280"/>
            <a:ext cx="486918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/ ROUGE-L · BLEU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for semantic similarity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rubric: correctness, grounding, clarity, completeness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46220"/>
            <a:ext cx="53721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46220"/>
            <a:ext cx="73152" cy="21717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10812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Quality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732020"/>
            <a:ext cx="486918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uploaded content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of key + distractor quality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usefulness · difficulty alignment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0780" y="4046220"/>
            <a:ext cx="53721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0780" y="4046220"/>
            <a:ext cx="73152" cy="21717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5100" y="4210812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Performance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15100" y="4732020"/>
            <a:ext cx="486918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indexing latency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generation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latency + error rate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Assistant  ·  Track 3 Final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version cannot do yet — and where it goes next.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73152" cy="4663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need OCR (not yet integrated).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notation may be partially lost in extraction.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reduced but not eliminated.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 window forces top-k truncation.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accuracy depends on PDF parser page metadata.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should be reviewed before use in real exams.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00200"/>
            <a:ext cx="73152" cy="4663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 (Tesseract / cloud).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table and formula extraction.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and per-course knowledge bases.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quiz scoring and spaced repetition.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deployment (Mistral / Llama) for privacy.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(Vietnamese + English).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highlighting + learning analytics dashboard.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study tool, not a tech demo.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uploaded PDF set.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summaries, and MCQs — every output cites the source.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Track 3 rubric coverage with evaluation across retrieval, generation, and MCQ quality.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4937760"/>
            <a:ext cx="54864" cy="9144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4937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ask → summarize → quiz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6172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Learning Assistant</dc:title>
  <dc:subject>PptxGenJS Presentation</dc:subject>
  <dc:creator>Phong Bui</dc:creator>
  <cp:lastModifiedBy>Phong Bui</cp:lastModifiedBy>
  <cp:revision>1</cp:revision>
  <dcterms:created xsi:type="dcterms:W3CDTF">2026-05-18T11:57:36Z</dcterms:created>
  <dcterms:modified xsi:type="dcterms:W3CDTF">2026-05-18T11:57:36Z</dcterms:modified>
</cp:coreProperties>
</file>